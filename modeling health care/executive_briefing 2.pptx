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 METHODS FOR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OPERATIONS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RURAL HOSPITALS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Statistical Foundations to Agent-Based Simulation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"/>
            <a:ext cx="2011680" cy="4206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640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04088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04088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3063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Cells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3657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5yr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4069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Rural Hospital Challenge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463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 Margins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CAH operating margin hovers between -2% and +2%. Small inefficiencies cause financial distress.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Variability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&gt; 0.5 for daily ED visits. Demand swings from half to double the average routinely.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Crisis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25%+ nursing turnover. $65K replacement cost per nurse. Travel nurse spend exceeding $350K/yr.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Scarcity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611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admissions/year vs 15,000 urban. Standard methods assume large samples that don't exist.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Comprehensive Modeling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 |  Regression  |  Time Series  |  Survival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7772400" cy="7772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377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23774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Theory  |  Discrete Event Sim  |  System Dynamics  |  Agent-Based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7498080" cy="77724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291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32918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 |  Machine Learning  |  Optimization  |  Decision Analysis  |  Bayesian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4114800"/>
            <a:ext cx="7223760" cy="777240"/>
          </a:xfrm>
          <a:prstGeom prst="rect">
            <a:avLst/>
          </a:prstGeom>
          <a:solidFill>
            <a:srgbClr val="0F1B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34440" y="42062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42062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Models  |  Validation &amp; Governance  |  Financial Synthesis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Models That Drive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Queuing Theory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ED staffing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7160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&amp; fix bottlenecks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4688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22min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52044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door-to-provider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71600"/>
            <a:ext cx="26974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554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Prediction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readmission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4688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0080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for 30-day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&amp; Workforce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Dynamics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workforce feedback loops: burnout drives turnover, which increases workload, which drives more burnout. Test hiring bonuses, workload caps, and retention programs over 3-5 year horizons before investing.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NPV analysis for capital investments (CT scanners, telemedicine, REH conversion). Scenario weighting with tornado sensitivity diagrams shows which uncertainties matter most.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40233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Methods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national benchmarks with your limited local data for stable quality metrics. Essential for rare events (SSIs, falls) where 400 annual cases produce noisy frequentist estimates.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40233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referral network, identify hub dependencies, and quantify vulnerability. If Regional Medical goes on diversion, which CAHs lose their primary transfer pathway?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Impact Projection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Cumulative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463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Nurse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Reduction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651760" cy="164592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463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+3.5pp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Savings Come From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optimization (float pool, scheduling)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$480K/yr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reduction (ML-targeted discharge)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$112K/yr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improvement (DES-identified fixes)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$165K/yr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optimization (forecast-driven orders)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$45K/yr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53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 Patient Flow Optimization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25-bed CAH, 8,500 ED visits/yr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Event Simulation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Door-to-provider time reduced by 22 minutes via fast-track expansion. Implemented in 2 months.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87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Float Pool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8620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7-hospital CAH network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 + Integer Programming + System Dynamics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6060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annual savings. 6-FTE shared float pool replaced travel nurse spending. Turnover decreased within 12 months.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49040"/>
            <a:ext cx="73152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22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 Conversion Decision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0965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25-bed CAH, town of 5,000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325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Analysis + System Dynamics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8404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revealed conversion financially superior under base/pessimistic scenarios but quantified community health cost of eliminating inpatient beds.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Modeling Toolkit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marimo Python notebook with 42 reactive cells. Adjust sliders for YOUR hospital and see results instantly.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Once, Flows Everywhere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bed count, ED volume, staffing, and margins once — every model uses your numbers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82880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Scenario Testing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slider to add a nurse and instantly see wait times, utilization, and cost change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01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Executive-Ready Outputs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produces a summary table and visualization ready for board presentation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9184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401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Integrated Models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regression, forecasting, queuing, DES, system dynamics, ABM, ML, optimization, and more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0"/>
            <a:ext cx="8229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3774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1-2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dashboard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demand forecasting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Queuing-based staffing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3774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3-6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292608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for ED flow optimization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readmission risk scoring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scheduling optimization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23774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6-12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Models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dynamics workforce planning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vulnerability analysis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analysis for investments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80960" y="2377440"/>
            <a:ext cx="365760" cy="365760"/>
          </a:xfrm>
          <a:prstGeom prst="ellipse">
            <a:avLst/>
          </a:prstGeom>
          <a:solidFill>
            <a:srgbClr val="0F1B33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2+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2926080"/>
            <a:ext cx="1965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surge planning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quality monitoring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financial projections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modeling decision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staffing decision,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financial decision,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a patient care decision.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 the interactive toolkit and configure your hospital's parameters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the queuing model to validate current ED staffing levels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Generate a 30-day demand forecast for proactive scheduling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Present the 5-year financial projection to your 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marimo run rural_hospital_modeling_toolkit.py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Methods for Rural Hospital Operations — Executive Briefing</dc:title>
  <dc:subject>PptxGenJS Presentation</dc:subject>
  <dc:creator>Rural Hospital Operations</dc:creator>
  <cp:lastModifiedBy>Rural Hospital Operations</cp:lastModifiedBy>
  <cp:revision>1</cp:revision>
  <dcterms:created xsi:type="dcterms:W3CDTF">2026-03-16T10:12:09Z</dcterms:created>
  <dcterms:modified xsi:type="dcterms:W3CDTF">2026-03-16T10:12:09Z</dcterms:modified>
</cp:coreProperties>
</file>